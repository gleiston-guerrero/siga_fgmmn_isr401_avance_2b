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2"/>
    <p:sldId id="270" r:id="rId13"/>
    <p:sldId id="271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Cliente real e identificable (Facultad de Ciencias de la Computacion, UTEQ). RQ1 se dice textual, como en el manuscrito. Tres contribuciones: comparacion pareada y ciega sobre el mismo corpus; pipeline reproducible publicado con el dataset; y divulgacion de las complicaciones reales --- retiro de consentimiento, cierre en N=10 y su reapertura, y el fracaso de las dos vueltas del panel ampliado.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el diagrama de contexto. Seis capacidades centrales y tres perfiles reales: docentes, coordinacion academica y servicios generales, mas el personal tecnico de TI en las sesiones de validacion. Volumen de campo: 16 entrevistas, 10 sesiones de validacion --tres con usuario tecnico-- y 12 notas de campo. Declarar que el perfil menos consultado es el tecnico y que consta como amenaza a la validez de constructo.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la figura de tamanos de efecto con sus intervalos: grandes en magnitud, pero cruzan el cero. Potencia real con 3 jueces: 8,4 %; harian falta 34 observaciones apareadas para el 80 % convencional. La curva de saturacion NO se menciona aqui: va en la diapositiva 13, y alcanza inflexion en EV-23.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paquete de replicacion es un logro verificable y no lo presenta ninguna otra diapositiva. Tres identificadores persistentes: Zenodo con el DOI de la version 2B-1.12.0, OSF con el protocolo registrado antes de recoger datos, y Software Heritage con el codigo archivado. La autoevaluacion FAIR con F-UJI da 22 de 26, 84,62 %, con Findable en 7 de 7. Si preguntan por la respuesta a RQ1, ya se dijo en la diapositiva 8: la tendencia favorable al LLM no se sostiene con este tamano de 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dos escenarios estan fijados de antemano: acceso por roles (RF-19) con las cuentas tecnico y admin, y cadena sensor -&gt; alerta -&gt; ticket (RF-01, RF-08, RF-11) con el simulador. Se levanta con npm install y npm start desde 05_MVP/codigo_fuente, que es la via verificada el 2026-08-29. NO usar docker compose: 05_MVP/README.md declara que nunca se ejecuto. AVISO PARA EL EQUIPO, no se proyecta: una falla total de la demostracion anula el criterio del prototipo. Ensayar el flujo exacto antes, con el servidor arrancado.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reparto es 10 minutos Sanchez, 9 Munoz y 6 Cedeno: los tres superan el minimo de cuatro por integrante. Sigue el aporte real declarado en 04_Trazabilidad/aporte_individual.csv. El equipo lo forman tres personas; los otros dos nombres del grupo del SGA no participan y su situacion consta en la solicitud de cambio de composicion, firmada el 2026-09-08.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integrante responde sin diapositivas sobre su area. Sanchez: eleccion de venue, registro previo en OSF, diseno del cuasi-experimento y significado de la potencia del 8,4 %. Munoz: matriz de trazabilidad, sincronizacion con el tablero, zonas publica y restringida, y el prototipo. Cedeno: corpus, codificacion tematica y saturacion, doble codificacion, inspeccion de Fagan y comite de cambios.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entrevistas,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3200" b="1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pequeños, intervalos que cruzan el cero</a:t>
            </a:r>
            <a:endParaRPr lang="en-US" sz="3200" dirty="0"/>
          </a:p>
        </p:txBody>
      </p:sp>
      <p:pic>
        <p:nvPicPr>
          <p:cNvPr id="15" name="Image 0">
            <a:extLst>
              <a:ext uri="{FF2B5EF4-FFF2-40B4-BE49-F238E27FC236}">
                <a16:creationId xmlns:a16="http://schemas.microsoft.com/office/drawing/2014/main" id="{0692E193-989B-4467-A594-E3D49987947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i="1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requisito como unidad (25 frente a 26), los efectos son pequeños, de −0,12 a −0,26, y todos sus intervalos de confianza al 95 % cruzan el cero.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 — PAQUETE DE REPLICACIÓN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Cualquiera puede rehacer este estudio sin pedirnos nada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paquete publicado lleva los datos crudos, los scripts de análisis y los resultados. Una sola orden regenera las tablas y las figuras del manuscrito a partir de los datos.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identificadores persistentes, los tres verificados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 — DOI 10.5281/zenodo.22663649, versión 2B-1.12.0 del paquete de datos, bajo licencia CC BY 4.0.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— DOI 10.17605/OSF.IO/7PQ3H, el protocolo registrado el 2 de agosto, antes de recoger datos y con sello temporal externo.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Heritage — el código archivado con su SWHID, swh:1:snp:861295fead33417e3efc2753fd4a34897014a891.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Autoevaluación FAIR con la herramienta F-UJI: 22 de 26 indicadores, un 84,62 %. Localizable, 7 de 7.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y npm start sobre Node 22.5. Es la via verificada el 2026-08-29; el despliegue con Docker se declara sin probar en 05_MVP/README.md.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fijados de antemano: acceso por roles (RF-19) y cadena sensor → alerta → ticket (RF-01, RF-08, RF-11).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escenarios se recorren sobre el entorno levantado con docker compose, no sobre capturas: lo que se ve es el sistema ejecutándose.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75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75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61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12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61 de 61.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y una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10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Las dieciséis codificadas: 136 fragmentos bajo 50 códigos. Las seis últimas se codificaron el 6 de septiembre, repartidas por entrevista completa entre los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0,548 y 0,911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0,548 a nivel de código (IC95 % [0,369 · 0,720]), acuerdo moderado; 0,911 a nivel de categoría (IC95 % [0,716 · 1,000]). Coincidimos en de qué trata el fragmento y discrepamos en el código exacto.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10 walkthroughs, 3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5596128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7"/>
          <p:cNvSpPr/>
          <p:nvPr/>
        </p:nvSpPr>
        <p:spPr>
          <a:xfrm>
            <a:off x="4023360" y="3191256"/>
            <a:ext cx="3730752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5596128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8"/>
          <p:cNvSpPr/>
          <p:nvPr/>
        </p:nvSpPr>
        <p:spPr>
          <a:xfrm>
            <a:off x="4023360" y="3191256"/>
            <a:ext cx="3730752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756648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10528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870448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1272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r>
              <a:rPr lang="en-US" sz="130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github.com/gleiston-guerrero/SIGA_FGMMN_ISR401_AVANCE_2B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2423</Words>
  <Application>Microsoft Office PowerPoint</Application>
  <PresentationFormat>Panorámica</PresentationFormat>
  <Paragraphs>181</Paragraphs>
  <Slides>15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Yeranick Muñoz</cp:lastModifiedBy>
  <cp:revision>4</cp:revision>
  <dcterms:created xsi:type="dcterms:W3CDTF">2026-08-26T23:14:37Z</dcterms:created>
  <dcterms:modified xsi:type="dcterms:W3CDTF">2026-09-15T03:00:02Z</dcterms:modified>
</cp:coreProperties>
</file>